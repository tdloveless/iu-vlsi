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4CB926-29FC-7C4A-AD36-CB7DF50D06D3}">
          <p14:sldIdLst>
            <p14:sldId id="256"/>
          </p14:sldIdLst>
        </p14:section>
        <p14:section name="Untitled Section" id="{9BE68BFC-31F9-B643-843D-A37B5FCB8ACE}">
          <p14:sldIdLst>
            <p14:sldId id="257"/>
            <p14:sldId id="259"/>
            <p14:sldId id="261"/>
            <p14:sldId id="258"/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6249-7CAB-3B4C-BFBA-A04C200A2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63465-8B30-3406-064C-65DE09DB8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52A79-E0DA-EE13-5B47-847352270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E6163-14AA-B045-B63E-547240B4FFC0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C7FA0-17F5-4A2C-D841-E6ED82B01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E672B-715D-E7D2-1A6D-FE73D0A6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4F430-D273-9D47-90B3-06786FA9E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5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52602-02D3-8A3C-3B9F-977DDF0B0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1BD27-45C1-D902-984B-368D871C9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9DD19-36D2-E02E-AC21-6D0502D2F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E6163-14AA-B045-B63E-547240B4FFC0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5C5B6-2E78-0067-B76B-2B7502812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3F021-286E-52A7-7112-C893132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4F430-D273-9D47-90B3-06786FA9E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77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EB81A-7227-F83F-B03F-A972B2C73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5F460-413F-6F1C-8E3B-DBDF7B3AE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11341-F4D7-BC6E-7AED-F04443EDA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E6163-14AA-B045-B63E-547240B4FFC0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BDB50-2E8B-BB7C-9185-5D420F70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76ED3-9EBA-44FE-A004-5E193DFFB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4F430-D273-9D47-90B3-06786FA9E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8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314C-38BF-E870-7CEB-CFB3E0D14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9630D-D127-6C61-95AC-B8A4F935F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71BD4-98EA-5BF1-6E04-09E3A63D6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DB414-1788-83E3-B597-CDC1EE1F6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E6163-14AA-B045-B63E-547240B4FFC0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B5920-B54E-B41B-491B-ABFD5A82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0950A-3591-2C3F-DC41-88CDFE59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4F430-D273-9D47-90B3-06786FA9E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98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3A2DF-666C-6ADB-F3C1-4C088C544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1293A-A663-92A8-E5FF-CB03B4328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49295-70EA-5112-53CA-DC00AEBE1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FFDAC4-AEDF-69AB-19B9-F6297AD3B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C5B430-076A-DD57-51EC-D92D085F1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802A9-FB74-C60F-BF2D-2FF9CE9B8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E6163-14AA-B045-B63E-547240B4FFC0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D9A037-36CE-D374-BA3E-E16172333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D9FA36-CC71-6C5F-35C8-B521E27B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4F430-D273-9D47-90B3-06786FA9E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3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AFF7-9037-5DBB-4ACA-74D93E9E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BD9233-C1C4-2062-EE15-E29FCA2B8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E6163-14AA-B045-B63E-547240B4FFC0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7CE97-8882-5F84-CC6C-1303C7748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970F2-0AAA-E725-DE46-11A794977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4F430-D273-9D47-90B3-06786FA9E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9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8AD06-7326-08CC-60C8-142C3B34A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E6163-14AA-B045-B63E-547240B4FFC0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ABB3C-D8F4-619C-9DAE-3A72AD78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0F7CB-D5EF-72ED-42A3-074B746F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4F430-D273-9D47-90B3-06786FA9E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6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9D21-34FA-C488-D800-23C64F21A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B405F-7AD6-2E39-CC7E-81C658040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91A48-F5BB-17EA-EF99-0808604E3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11545-D6EE-9D07-DA7A-5E4DB947C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E6163-14AA-B045-B63E-547240B4FFC0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0FFED-5B18-A0F0-28FE-939E0E1F4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5A7F1-6065-83C8-9228-1DFC3414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4F430-D273-9D47-90B3-06786FA9E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28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B3425-5722-67D7-3DA0-8F67630AE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9A34CD-FD47-5DD9-A484-83714656C3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0B5BB-833A-1E0C-8D2A-FC7403427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13397-F008-63F8-F38F-FAC6D8DE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E6163-14AA-B045-B63E-547240B4FFC0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DAA4C-732B-9873-6599-C4E105F9C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81E3E-4B42-BDEE-46C8-059931405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4F430-D273-9D47-90B3-06786FA9E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2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DB3CB-4A4E-DCEB-3C54-C1D9BB17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08641B-AFEA-9455-AE64-FA27F0808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455E6-DFA4-C0E7-0CD5-A306EF7D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E6163-14AA-B045-B63E-547240B4FFC0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6AC95-9AB8-A799-BDA3-EB8FFE6B7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7F64B-9809-96FB-AD92-C911DAEA9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4F430-D273-9D47-90B3-06786FA9E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23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C544A5-A8CF-6CC2-362F-4793161B50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1D970-4579-D060-8B34-CBD63BA5F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15393-AED1-55AF-481B-B36B0FEBE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E6163-14AA-B045-B63E-547240B4FFC0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9C305-654E-AF58-A703-3A6B5FD74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8C70C-7C20-4FA3-78D8-C972C261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4F430-D273-9D47-90B3-06786FA9E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2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492834-7D4E-86D6-7C67-7D4641226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2FA38-EEAD-A187-B769-70D7900B5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509D-0C26-CD64-348D-D17EE6435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E6163-14AA-B045-B63E-547240B4FFC0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8C86F-3ED6-B7A3-A88E-036EFF3ED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7D28A-7788-F17A-7EA0-3100DC82C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4F430-D273-9D47-90B3-06786FA9E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0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FA23-601C-D73A-1BBB-37FCA9A94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2 Prep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5F7B0-8EDD-BB2A-9D7D-941364AEC3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5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1A95D-21A3-3EA1-1116-E98B338F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3E857D1-69A3-EAD0-7112-C4C10D3D44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5298923"/>
              </p:ext>
            </p:extLst>
          </p:nvPr>
        </p:nvGraphicFramePr>
        <p:xfrm>
          <a:off x="7434942" y="274533"/>
          <a:ext cx="32003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799">
                  <a:extLst>
                    <a:ext uri="{9D8B030D-6E8A-4147-A177-3AD203B41FA5}">
                      <a16:colId xmlns:a16="http://schemas.microsoft.com/office/drawing/2014/main" val="1111502259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680339272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644437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607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83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35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83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00141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5671216-3D02-6C82-EA35-16423F26C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4360101" cy="1764010"/>
          </a:xfrm>
          <a:prstGeom prst="rect">
            <a:avLst/>
          </a:prstGeom>
        </p:spPr>
      </p:pic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AC9FBAB2-0E6C-2682-53A2-164A4529A6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1422104"/>
              </p:ext>
            </p:extLst>
          </p:nvPr>
        </p:nvGraphicFramePr>
        <p:xfrm>
          <a:off x="8022770" y="2728186"/>
          <a:ext cx="213359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799">
                  <a:extLst>
                    <a:ext uri="{9D8B030D-6E8A-4147-A177-3AD203B41FA5}">
                      <a16:colId xmlns:a16="http://schemas.microsoft.com/office/drawing/2014/main" val="1111502259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680339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 /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607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83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3558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E53F90C-2150-374A-292A-AB3604D7E0A2}"/>
              </a:ext>
            </a:extLst>
          </p:cNvPr>
          <p:cNvSpPr txBox="1"/>
          <p:nvPr/>
        </p:nvSpPr>
        <p:spPr>
          <a:xfrm>
            <a:off x="7707084" y="3099780"/>
            <a:ext cx="1121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FE8B7A-7204-9F7E-3C46-06E5F30CC192}"/>
              </a:ext>
            </a:extLst>
          </p:cNvPr>
          <p:cNvSpPr txBox="1"/>
          <p:nvPr/>
        </p:nvSpPr>
        <p:spPr>
          <a:xfrm>
            <a:off x="7707084" y="3491840"/>
            <a:ext cx="1121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BBF88D-4A52-EF94-FC83-0538E9D69D17}"/>
              </a:ext>
            </a:extLst>
          </p:cNvPr>
          <p:cNvSpPr txBox="1"/>
          <p:nvPr/>
        </p:nvSpPr>
        <p:spPr>
          <a:xfrm>
            <a:off x="8354784" y="2410619"/>
            <a:ext cx="364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4A1AE9-4125-E4E1-BD4F-D561A6C79DB9}"/>
              </a:ext>
            </a:extLst>
          </p:cNvPr>
          <p:cNvSpPr txBox="1"/>
          <p:nvPr/>
        </p:nvSpPr>
        <p:spPr>
          <a:xfrm>
            <a:off x="9476013" y="2410619"/>
            <a:ext cx="364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C5BFA2-F41D-F553-FD03-FCF6E19C30AB}"/>
              </a:ext>
            </a:extLst>
          </p:cNvPr>
          <p:cNvSpPr txBox="1"/>
          <p:nvPr/>
        </p:nvSpPr>
        <p:spPr>
          <a:xfrm>
            <a:off x="8354784" y="4232766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A B + B 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EDE362-1156-749C-36FB-526260313E93}"/>
              </a:ext>
            </a:extLst>
          </p:cNvPr>
          <p:cNvCxnSpPr>
            <a:cxnSpLocks/>
          </p:cNvCxnSpPr>
          <p:nvPr/>
        </p:nvCxnSpPr>
        <p:spPr>
          <a:xfrm>
            <a:off x="8714012" y="4298081"/>
            <a:ext cx="2320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FE4A99-38D8-769B-0C36-59AC8B393979}"/>
              </a:ext>
            </a:extLst>
          </p:cNvPr>
          <p:cNvCxnSpPr>
            <a:cxnSpLocks/>
          </p:cNvCxnSpPr>
          <p:nvPr/>
        </p:nvCxnSpPr>
        <p:spPr>
          <a:xfrm>
            <a:off x="9247412" y="4287195"/>
            <a:ext cx="2320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312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58640-E43B-93E0-D865-74B91EA8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DB7DE-8A39-7088-768C-76036C905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DDCB3B1-2E3E-B027-FBA9-FC02414B12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434942" y="274533"/>
          <a:ext cx="32003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799">
                  <a:extLst>
                    <a:ext uri="{9D8B030D-6E8A-4147-A177-3AD203B41FA5}">
                      <a16:colId xmlns:a16="http://schemas.microsoft.com/office/drawing/2014/main" val="1111502259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680339272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644437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607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83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35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83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00141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B5B367B-422F-E003-089C-230069081A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658"/>
          <a:stretch>
            <a:fillRect/>
          </a:stretch>
        </p:blipFill>
        <p:spPr>
          <a:xfrm>
            <a:off x="1167510" y="2153497"/>
            <a:ext cx="4928490" cy="2551006"/>
          </a:xfrm>
          <a:prstGeom prst="rect">
            <a:avLst/>
          </a:prstGeom>
        </p:spPr>
      </p:pic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D0AD2DB2-4FC5-5980-C195-4A87220D9492}"/>
              </a:ext>
            </a:extLst>
          </p:cNvPr>
          <p:cNvGraphicFramePr>
            <a:graphicFrameLocks/>
          </p:cNvGraphicFramePr>
          <p:nvPr/>
        </p:nvGraphicFramePr>
        <p:xfrm>
          <a:off x="8022770" y="2728186"/>
          <a:ext cx="213359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799">
                  <a:extLst>
                    <a:ext uri="{9D8B030D-6E8A-4147-A177-3AD203B41FA5}">
                      <a16:colId xmlns:a16="http://schemas.microsoft.com/office/drawing/2014/main" val="1111502259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680339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 /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607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83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3558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F92F552-FC30-2252-8BA9-0D965C0EEB5C}"/>
              </a:ext>
            </a:extLst>
          </p:cNvPr>
          <p:cNvSpPr txBox="1"/>
          <p:nvPr/>
        </p:nvSpPr>
        <p:spPr>
          <a:xfrm>
            <a:off x="7707084" y="3099780"/>
            <a:ext cx="1121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27C6D-E835-D2D0-B9E6-F6052B6B1E7F}"/>
              </a:ext>
            </a:extLst>
          </p:cNvPr>
          <p:cNvSpPr txBox="1"/>
          <p:nvPr/>
        </p:nvSpPr>
        <p:spPr>
          <a:xfrm>
            <a:off x="7707084" y="3491840"/>
            <a:ext cx="1121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E7F8A1-2A9A-2680-6636-0E07F2173996}"/>
              </a:ext>
            </a:extLst>
          </p:cNvPr>
          <p:cNvSpPr txBox="1"/>
          <p:nvPr/>
        </p:nvSpPr>
        <p:spPr>
          <a:xfrm>
            <a:off x="8354784" y="2410619"/>
            <a:ext cx="364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187B7D-4417-1BEA-2C10-2AD213948C2F}"/>
              </a:ext>
            </a:extLst>
          </p:cNvPr>
          <p:cNvSpPr txBox="1"/>
          <p:nvPr/>
        </p:nvSpPr>
        <p:spPr>
          <a:xfrm>
            <a:off x="9476013" y="2410619"/>
            <a:ext cx="364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C75840-C85A-A486-414A-EEB00F3CF8E3}"/>
              </a:ext>
            </a:extLst>
          </p:cNvPr>
          <p:cNvSpPr txBox="1"/>
          <p:nvPr/>
        </p:nvSpPr>
        <p:spPr>
          <a:xfrm>
            <a:off x="8354784" y="4232766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A B + B 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0181309-3A1D-1529-026D-276E50D9A719}"/>
              </a:ext>
            </a:extLst>
          </p:cNvPr>
          <p:cNvCxnSpPr>
            <a:cxnSpLocks/>
          </p:cNvCxnSpPr>
          <p:nvPr/>
        </p:nvCxnSpPr>
        <p:spPr>
          <a:xfrm>
            <a:off x="8714012" y="4298081"/>
            <a:ext cx="2320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A57D9F-7B0A-2923-2767-D6D8234EF8BF}"/>
              </a:ext>
            </a:extLst>
          </p:cNvPr>
          <p:cNvCxnSpPr>
            <a:cxnSpLocks/>
          </p:cNvCxnSpPr>
          <p:nvPr/>
        </p:nvCxnSpPr>
        <p:spPr>
          <a:xfrm>
            <a:off x="9247412" y="4287195"/>
            <a:ext cx="2320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213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D2D59-0A24-D7D6-2DB0-908CB4754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B43F8-1CF8-B43A-04D1-C80B14B0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762A917-C009-A05D-004A-61E4C4807D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434942" y="274533"/>
          <a:ext cx="32003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799">
                  <a:extLst>
                    <a:ext uri="{9D8B030D-6E8A-4147-A177-3AD203B41FA5}">
                      <a16:colId xmlns:a16="http://schemas.microsoft.com/office/drawing/2014/main" val="1111502259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680339272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644437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607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83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35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83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001414"/>
                  </a:ext>
                </a:extLst>
              </a:tr>
            </a:tbl>
          </a:graphicData>
        </a:graphic>
      </p:graphicFrame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0304E3E4-7F16-38EC-35B0-36B22E0EBDFE}"/>
              </a:ext>
            </a:extLst>
          </p:cNvPr>
          <p:cNvGraphicFramePr>
            <a:graphicFrameLocks/>
          </p:cNvGraphicFramePr>
          <p:nvPr/>
        </p:nvGraphicFramePr>
        <p:xfrm>
          <a:off x="8022770" y="2728186"/>
          <a:ext cx="213359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799">
                  <a:extLst>
                    <a:ext uri="{9D8B030D-6E8A-4147-A177-3AD203B41FA5}">
                      <a16:colId xmlns:a16="http://schemas.microsoft.com/office/drawing/2014/main" val="1111502259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680339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 /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607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83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3558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4F70185-2FAB-0DD6-F7F5-252AC34064DF}"/>
              </a:ext>
            </a:extLst>
          </p:cNvPr>
          <p:cNvSpPr txBox="1"/>
          <p:nvPr/>
        </p:nvSpPr>
        <p:spPr>
          <a:xfrm>
            <a:off x="7707084" y="3099780"/>
            <a:ext cx="1121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ED0478-F628-5987-A38E-78F767C5A9D8}"/>
              </a:ext>
            </a:extLst>
          </p:cNvPr>
          <p:cNvSpPr txBox="1"/>
          <p:nvPr/>
        </p:nvSpPr>
        <p:spPr>
          <a:xfrm>
            <a:off x="7707084" y="3491840"/>
            <a:ext cx="1121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D018E1-78CE-0AF8-1435-F57EB704DB36}"/>
              </a:ext>
            </a:extLst>
          </p:cNvPr>
          <p:cNvSpPr txBox="1"/>
          <p:nvPr/>
        </p:nvSpPr>
        <p:spPr>
          <a:xfrm>
            <a:off x="8354784" y="2410619"/>
            <a:ext cx="364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EC921A-6BFE-1158-F134-461106F0F636}"/>
              </a:ext>
            </a:extLst>
          </p:cNvPr>
          <p:cNvSpPr txBox="1"/>
          <p:nvPr/>
        </p:nvSpPr>
        <p:spPr>
          <a:xfrm>
            <a:off x="9476013" y="2410619"/>
            <a:ext cx="364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4A4803-9B19-E54D-B4B8-7D7FD022F3F1}"/>
              </a:ext>
            </a:extLst>
          </p:cNvPr>
          <p:cNvSpPr txBox="1"/>
          <p:nvPr/>
        </p:nvSpPr>
        <p:spPr>
          <a:xfrm>
            <a:off x="8354784" y="4232766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A B + B 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D3A539-58E8-78AF-F49F-C065E5D3DE23}"/>
              </a:ext>
            </a:extLst>
          </p:cNvPr>
          <p:cNvCxnSpPr>
            <a:cxnSpLocks/>
          </p:cNvCxnSpPr>
          <p:nvPr/>
        </p:nvCxnSpPr>
        <p:spPr>
          <a:xfrm>
            <a:off x="8714012" y="4298081"/>
            <a:ext cx="2320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75257-C2A9-B3DB-730E-E3D312E02B61}"/>
              </a:ext>
            </a:extLst>
          </p:cNvPr>
          <p:cNvCxnSpPr>
            <a:cxnSpLocks/>
          </p:cNvCxnSpPr>
          <p:nvPr/>
        </p:nvCxnSpPr>
        <p:spPr>
          <a:xfrm>
            <a:off x="9247412" y="4287195"/>
            <a:ext cx="2320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E6028C4-96AB-56FE-B24D-194190F3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942" y="1788886"/>
            <a:ext cx="4920343" cy="164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9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F26D9-4102-9E26-1073-5C1D63ABD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B9519-BE35-AA98-5CD0-81C656A2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EDDF281-9AA9-CCD5-903D-C5E341ADB3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434942" y="274533"/>
          <a:ext cx="32003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799">
                  <a:extLst>
                    <a:ext uri="{9D8B030D-6E8A-4147-A177-3AD203B41FA5}">
                      <a16:colId xmlns:a16="http://schemas.microsoft.com/office/drawing/2014/main" val="1111502259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680339272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644437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607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83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35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83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001414"/>
                  </a:ext>
                </a:extLst>
              </a:tr>
            </a:tbl>
          </a:graphicData>
        </a:graphic>
      </p:graphicFrame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0737DAA3-7E2B-F408-86D9-2E187C24610A}"/>
              </a:ext>
            </a:extLst>
          </p:cNvPr>
          <p:cNvGraphicFramePr>
            <a:graphicFrameLocks/>
          </p:cNvGraphicFramePr>
          <p:nvPr/>
        </p:nvGraphicFramePr>
        <p:xfrm>
          <a:off x="8022770" y="2728186"/>
          <a:ext cx="213359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799">
                  <a:extLst>
                    <a:ext uri="{9D8B030D-6E8A-4147-A177-3AD203B41FA5}">
                      <a16:colId xmlns:a16="http://schemas.microsoft.com/office/drawing/2014/main" val="1111502259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680339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 /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607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83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3558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B4C3A0E-66F8-24B4-4313-1989FB39F4DA}"/>
              </a:ext>
            </a:extLst>
          </p:cNvPr>
          <p:cNvSpPr txBox="1"/>
          <p:nvPr/>
        </p:nvSpPr>
        <p:spPr>
          <a:xfrm>
            <a:off x="7707084" y="3099780"/>
            <a:ext cx="1121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9B7B34-B551-BE3D-96EC-7E2522E46CA1}"/>
              </a:ext>
            </a:extLst>
          </p:cNvPr>
          <p:cNvSpPr txBox="1"/>
          <p:nvPr/>
        </p:nvSpPr>
        <p:spPr>
          <a:xfrm>
            <a:off x="7707084" y="3491840"/>
            <a:ext cx="1121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E28F57-CDC7-541E-4959-5F8156C658B1}"/>
              </a:ext>
            </a:extLst>
          </p:cNvPr>
          <p:cNvSpPr txBox="1"/>
          <p:nvPr/>
        </p:nvSpPr>
        <p:spPr>
          <a:xfrm>
            <a:off x="8354784" y="2410619"/>
            <a:ext cx="364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3DD5CD-96F6-1AA9-3598-D664A1223934}"/>
              </a:ext>
            </a:extLst>
          </p:cNvPr>
          <p:cNvSpPr txBox="1"/>
          <p:nvPr/>
        </p:nvSpPr>
        <p:spPr>
          <a:xfrm>
            <a:off x="9476013" y="2410619"/>
            <a:ext cx="364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6C85D-E2D8-3668-82A8-67E8A6B6E2C2}"/>
              </a:ext>
            </a:extLst>
          </p:cNvPr>
          <p:cNvSpPr txBox="1"/>
          <p:nvPr/>
        </p:nvSpPr>
        <p:spPr>
          <a:xfrm>
            <a:off x="8354784" y="4232766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A B + B 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2C2BDB-597C-70E2-14F1-631BD5D9C2C5}"/>
              </a:ext>
            </a:extLst>
          </p:cNvPr>
          <p:cNvCxnSpPr>
            <a:cxnSpLocks/>
          </p:cNvCxnSpPr>
          <p:nvPr/>
        </p:nvCxnSpPr>
        <p:spPr>
          <a:xfrm>
            <a:off x="8714012" y="4298081"/>
            <a:ext cx="2320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BFD99E-BFBC-A1D0-AE57-B73BDC0CCB67}"/>
              </a:ext>
            </a:extLst>
          </p:cNvPr>
          <p:cNvCxnSpPr>
            <a:cxnSpLocks/>
          </p:cNvCxnSpPr>
          <p:nvPr/>
        </p:nvCxnSpPr>
        <p:spPr>
          <a:xfrm>
            <a:off x="9247412" y="4287195"/>
            <a:ext cx="2320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E0B326F-AA13-9ED6-A288-37680BE6D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049" y="1931206"/>
            <a:ext cx="5031766" cy="15606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3E97D0-556C-3CDE-CAB2-2077A500AE85}"/>
              </a:ext>
            </a:extLst>
          </p:cNvPr>
          <p:cNvSpPr txBox="1"/>
          <p:nvPr/>
        </p:nvSpPr>
        <p:spPr>
          <a:xfrm>
            <a:off x="3370141" y="162628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+ B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EF7F64-A77A-E952-8818-FC8E08B42F10}"/>
              </a:ext>
            </a:extLst>
          </p:cNvPr>
          <p:cNvCxnSpPr>
            <a:cxnSpLocks/>
          </p:cNvCxnSpPr>
          <p:nvPr/>
        </p:nvCxnSpPr>
        <p:spPr>
          <a:xfrm>
            <a:off x="3370141" y="1663248"/>
            <a:ext cx="6358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7CB298F-4C8E-C880-A2DA-AAFFCB9E0FB1}"/>
              </a:ext>
            </a:extLst>
          </p:cNvPr>
          <p:cNvSpPr txBox="1"/>
          <p:nvPr/>
        </p:nvSpPr>
        <p:spPr>
          <a:xfrm>
            <a:off x="4093416" y="3429000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0C8A0C-DBA8-5C3D-0A8D-728564AF1D53}"/>
              </a:ext>
            </a:extLst>
          </p:cNvPr>
          <p:cNvSpPr txBox="1"/>
          <p:nvPr/>
        </p:nvSpPr>
        <p:spPr>
          <a:xfrm>
            <a:off x="5313862" y="3191893"/>
            <a:ext cx="1391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(AB) +(A + B)</a:t>
            </a:r>
          </a:p>
          <a:p>
            <a:r>
              <a:rPr lang="en-US" dirty="0"/>
              <a:t>AB + AB  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790654-C64B-706F-DF08-34CFE959D090}"/>
              </a:ext>
            </a:extLst>
          </p:cNvPr>
          <p:cNvCxnSpPr>
            <a:cxnSpLocks/>
          </p:cNvCxnSpPr>
          <p:nvPr/>
        </p:nvCxnSpPr>
        <p:spPr>
          <a:xfrm>
            <a:off x="5882828" y="3553172"/>
            <a:ext cx="1239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0181EB3-CCE5-E43B-B8D3-E5D4A591568F}"/>
              </a:ext>
            </a:extLst>
          </p:cNvPr>
          <p:cNvCxnSpPr>
            <a:cxnSpLocks/>
          </p:cNvCxnSpPr>
          <p:nvPr/>
        </p:nvCxnSpPr>
        <p:spPr>
          <a:xfrm>
            <a:off x="6028587" y="3546715"/>
            <a:ext cx="1239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71A080D-FE1E-2150-E916-4FE060424412}"/>
              </a:ext>
            </a:extLst>
          </p:cNvPr>
          <p:cNvCxnSpPr>
            <a:cxnSpLocks/>
          </p:cNvCxnSpPr>
          <p:nvPr/>
        </p:nvCxnSpPr>
        <p:spPr>
          <a:xfrm flipV="1">
            <a:off x="5436327" y="3191893"/>
            <a:ext cx="11059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5B53A84-4C8B-A60F-0A00-7EF9434DFDFD}"/>
              </a:ext>
            </a:extLst>
          </p:cNvPr>
          <p:cNvCxnSpPr>
            <a:cxnSpLocks/>
          </p:cNvCxnSpPr>
          <p:nvPr/>
        </p:nvCxnSpPr>
        <p:spPr>
          <a:xfrm>
            <a:off x="5436327" y="3505104"/>
            <a:ext cx="7162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275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85ECA-08D2-D730-10D2-4D7FB6465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6FD77-7EBC-3CB0-A69B-C1C0E5A8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2DC5F3B-CC17-B6DB-079A-B6CA31E1B9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434942" y="274533"/>
          <a:ext cx="32003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799">
                  <a:extLst>
                    <a:ext uri="{9D8B030D-6E8A-4147-A177-3AD203B41FA5}">
                      <a16:colId xmlns:a16="http://schemas.microsoft.com/office/drawing/2014/main" val="1111502259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680339272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644437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607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83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35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83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001414"/>
                  </a:ext>
                </a:extLst>
              </a:tr>
            </a:tbl>
          </a:graphicData>
        </a:graphic>
      </p:graphicFrame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4D6B097D-A5DF-5B8E-1637-65C0BA0B45A5}"/>
              </a:ext>
            </a:extLst>
          </p:cNvPr>
          <p:cNvGraphicFramePr>
            <a:graphicFrameLocks/>
          </p:cNvGraphicFramePr>
          <p:nvPr/>
        </p:nvGraphicFramePr>
        <p:xfrm>
          <a:off x="8022770" y="2728186"/>
          <a:ext cx="213359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799">
                  <a:extLst>
                    <a:ext uri="{9D8B030D-6E8A-4147-A177-3AD203B41FA5}">
                      <a16:colId xmlns:a16="http://schemas.microsoft.com/office/drawing/2014/main" val="1111502259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680339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 /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607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83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3558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63CC809-7CD2-8851-E4A3-9DA3E28AD830}"/>
              </a:ext>
            </a:extLst>
          </p:cNvPr>
          <p:cNvSpPr txBox="1"/>
          <p:nvPr/>
        </p:nvSpPr>
        <p:spPr>
          <a:xfrm>
            <a:off x="7707084" y="3099780"/>
            <a:ext cx="1121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31AFA-2D1F-C716-BD22-344BD8117359}"/>
              </a:ext>
            </a:extLst>
          </p:cNvPr>
          <p:cNvSpPr txBox="1"/>
          <p:nvPr/>
        </p:nvSpPr>
        <p:spPr>
          <a:xfrm>
            <a:off x="7707084" y="3491840"/>
            <a:ext cx="1121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A73AB0-B645-41FA-3FFC-64C376738BE7}"/>
              </a:ext>
            </a:extLst>
          </p:cNvPr>
          <p:cNvSpPr txBox="1"/>
          <p:nvPr/>
        </p:nvSpPr>
        <p:spPr>
          <a:xfrm>
            <a:off x="8354784" y="2410619"/>
            <a:ext cx="364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42712D-298F-C0DB-75E6-2EE1946EF9E3}"/>
              </a:ext>
            </a:extLst>
          </p:cNvPr>
          <p:cNvSpPr txBox="1"/>
          <p:nvPr/>
        </p:nvSpPr>
        <p:spPr>
          <a:xfrm>
            <a:off x="9476013" y="2410619"/>
            <a:ext cx="364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4DEF1C-2CC9-3A40-254B-12B6081A8D95}"/>
              </a:ext>
            </a:extLst>
          </p:cNvPr>
          <p:cNvSpPr txBox="1"/>
          <p:nvPr/>
        </p:nvSpPr>
        <p:spPr>
          <a:xfrm>
            <a:off x="8354784" y="4232766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A B + B 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707A07-A04C-D514-7F5C-9CA557620AB2}"/>
              </a:ext>
            </a:extLst>
          </p:cNvPr>
          <p:cNvCxnSpPr>
            <a:cxnSpLocks/>
          </p:cNvCxnSpPr>
          <p:nvPr/>
        </p:nvCxnSpPr>
        <p:spPr>
          <a:xfrm>
            <a:off x="8714012" y="4298081"/>
            <a:ext cx="2320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54EF416-A752-8921-9C19-65C5D6793B52}"/>
              </a:ext>
            </a:extLst>
          </p:cNvPr>
          <p:cNvCxnSpPr>
            <a:cxnSpLocks/>
          </p:cNvCxnSpPr>
          <p:nvPr/>
        </p:nvCxnSpPr>
        <p:spPr>
          <a:xfrm>
            <a:off x="9247412" y="4287195"/>
            <a:ext cx="2320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DCD3A01-7846-BEA8-992D-653D063CC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7159"/>
            <a:ext cx="6112328" cy="432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3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188</Words>
  <Application>Microsoft Macintosh PowerPoint</Application>
  <PresentationFormat>Widescreen</PresentationFormat>
  <Paragraphs>135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Lab 2 Prep</vt:lpstr>
      <vt:lpstr>XOR</vt:lpstr>
      <vt:lpstr>XOR</vt:lpstr>
      <vt:lpstr>XOR</vt:lpstr>
      <vt:lpstr>XOR</vt:lpstr>
      <vt:lpstr>XOR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Loveless, Daniel</dc:creator>
  <cp:lastModifiedBy>Loveless, Daniel</cp:lastModifiedBy>
  <cp:revision>1</cp:revision>
  <dcterms:created xsi:type="dcterms:W3CDTF">2026-02-24T17:26:31Z</dcterms:created>
  <dcterms:modified xsi:type="dcterms:W3CDTF">2026-02-24T17:43:57Z</dcterms:modified>
</cp:coreProperties>
</file>